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63" r:id="rId3"/>
    <p:sldId id="262" r:id="rId4"/>
    <p:sldId id="257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29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4EEF8-3EC7-4CB7-BF12-9818F77E4C74}" type="datetimeFigureOut">
              <a:rPr lang="it-IT" smtClean="0"/>
              <a:t>06/05/2026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9BB8EBC1-8A22-4052-BDC0-B6E47F4E965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11542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4EEF8-3EC7-4CB7-BF12-9818F77E4C74}" type="datetimeFigureOut">
              <a:rPr lang="it-IT" smtClean="0"/>
              <a:t>06/05/2026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8EBC1-8A22-4052-BDC0-B6E47F4E965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61414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4EEF8-3EC7-4CB7-BF12-9818F77E4C74}" type="datetimeFigureOut">
              <a:rPr lang="it-IT" smtClean="0"/>
              <a:t>06/05/2026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9BB8EBC1-8A22-4052-BDC0-B6E47F4E965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46372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4EEF8-3EC7-4CB7-BF12-9818F77E4C74}" type="datetimeFigureOut">
              <a:rPr lang="it-IT" smtClean="0"/>
              <a:t>06/05/2026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9BB8EBC1-8A22-4052-BDC0-B6E47F4E965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247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4EEF8-3EC7-4CB7-BF12-9818F77E4C74}" type="datetimeFigureOut">
              <a:rPr lang="it-IT" smtClean="0"/>
              <a:t>06/05/2026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9BB8EBC1-8A22-4052-BDC0-B6E47F4E965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462201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4EEF8-3EC7-4CB7-BF12-9818F77E4C74}" type="datetimeFigureOut">
              <a:rPr lang="it-IT" smtClean="0"/>
              <a:t>06/05/2026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8EBC1-8A22-4052-BDC0-B6E47F4E965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304956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4EEF8-3EC7-4CB7-BF12-9818F77E4C74}" type="datetimeFigureOut">
              <a:rPr lang="it-IT" smtClean="0"/>
              <a:t>06/05/2026</a:t>
            </a:fld>
            <a:endParaRPr lang="it-I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8EBC1-8A22-4052-BDC0-B6E47F4E965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974460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4EEF8-3EC7-4CB7-BF12-9818F77E4C74}" type="datetimeFigureOut">
              <a:rPr lang="it-IT" smtClean="0"/>
              <a:t>06/05/2026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8EBC1-8A22-4052-BDC0-B6E47F4E965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15600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4EEF8-3EC7-4CB7-BF12-9818F77E4C74}" type="datetimeFigureOut">
              <a:rPr lang="it-IT" smtClean="0"/>
              <a:t>06/05/2026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BB8EBC1-8A22-4052-BDC0-B6E47F4E965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08320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sotto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4EEF8-3EC7-4CB7-BF12-9818F77E4C74}" type="datetimeFigureOut">
              <a:rPr lang="it-IT" smtClean="0"/>
              <a:t>06/05/2026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9BB8EBC1-8A22-4052-BDC0-B6E47F4E965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381238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zio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4EEF8-3EC7-4CB7-BF12-9818F77E4C74}" type="datetimeFigureOut">
              <a:rPr lang="it-IT" smtClean="0"/>
              <a:t>06/05/2026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9BB8EBC1-8A22-4052-BDC0-B6E47F4E965D}" type="slidenum">
              <a:rPr lang="it-IT" smtClean="0"/>
              <a:t>‹N›</a:t>
            </a:fld>
            <a:endParaRPr lang="it-IT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500791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4EEF8-3EC7-4CB7-BF12-9818F77E4C74}" type="datetimeFigureOut">
              <a:rPr lang="it-IT" smtClean="0"/>
              <a:t>06/05/2026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BB8EBC1-8A22-4052-BDC0-B6E47F4E965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830076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 cita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4EEF8-3EC7-4CB7-BF12-9818F77E4C74}" type="datetimeFigureOut">
              <a:rPr lang="it-IT" smtClean="0"/>
              <a:t>06/05/2026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BB8EBC1-8A22-4052-BDC0-B6E47F4E965D}" type="slidenum">
              <a:rPr lang="it-IT" smtClean="0"/>
              <a:t>‹N›</a:t>
            </a:fld>
            <a:endParaRPr lang="it-IT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697864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4EEF8-3EC7-4CB7-BF12-9818F77E4C74}" type="datetimeFigureOut">
              <a:rPr lang="it-IT" smtClean="0"/>
              <a:t>06/05/2026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BB8EBC1-8A22-4052-BDC0-B6E47F4E965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010330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4EEF8-3EC7-4CB7-BF12-9818F77E4C74}" type="datetimeFigureOut">
              <a:rPr lang="it-IT" smtClean="0"/>
              <a:t>06/05/2026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8EBC1-8A22-4052-BDC0-B6E47F4E965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110484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4EEF8-3EC7-4CB7-BF12-9818F77E4C74}" type="datetimeFigureOut">
              <a:rPr lang="it-IT" smtClean="0"/>
              <a:t>06/05/2026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8EBC1-8A22-4052-BDC0-B6E47F4E965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94628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34EEF8-3EC7-4CB7-BF12-9818F77E4C74}" type="datetimeFigureOut">
              <a:rPr lang="it-IT" smtClean="0"/>
              <a:t>06/05/2026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9BB8EBC1-8A22-4052-BDC0-B6E47F4E965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28290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A76EACD-186E-EA36-1EB4-99B184FE60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28773" y="344129"/>
            <a:ext cx="8915399" cy="1493406"/>
          </a:xfrm>
        </p:spPr>
        <p:txBody>
          <a:bodyPr>
            <a:normAutofit fontScale="90000"/>
          </a:bodyPr>
          <a:lstStyle/>
          <a:p>
            <a:r>
              <a:rPr lang="it-IT" b="1" dirty="0"/>
              <a:t>Presentazione Project-Work</a:t>
            </a:r>
            <a:br>
              <a:rPr lang="it-IT" b="1" dirty="0"/>
            </a:br>
            <a:r>
              <a:rPr lang="it-IT" b="1" dirty="0"/>
              <a:t>2° anno DevOps_22899 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D01830C6-26A5-F29A-B828-9AC9D9890A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84489" y="6029388"/>
            <a:ext cx="6401669" cy="484483"/>
          </a:xfrm>
        </p:spPr>
        <p:txBody>
          <a:bodyPr>
            <a:normAutofit fontScale="85000" lnSpcReduction="20000"/>
          </a:bodyPr>
          <a:lstStyle/>
          <a:p>
            <a:r>
              <a:rPr lang="it-IT" sz="3600" i="1" dirty="0">
                <a:solidFill>
                  <a:schemeClr val="bg2">
                    <a:lumMod val="25000"/>
                  </a:schemeClr>
                </a:solidFill>
              </a:rPr>
              <a:t>Studente: Giovanni Biancoli</a:t>
            </a:r>
          </a:p>
        </p:txBody>
      </p:sp>
      <p:sp>
        <p:nvSpPr>
          <p:cNvPr id="4" name="Titolo 1">
            <a:extLst>
              <a:ext uri="{FF2B5EF4-FFF2-40B4-BE49-F238E27FC236}">
                <a16:creationId xmlns:a16="http://schemas.microsoft.com/office/drawing/2014/main" id="{960A87E8-FF65-2094-F695-559CAAE92539}"/>
              </a:ext>
            </a:extLst>
          </p:cNvPr>
          <p:cNvSpPr txBox="1">
            <a:spLocks/>
          </p:cNvSpPr>
          <p:nvPr/>
        </p:nvSpPr>
        <p:spPr>
          <a:xfrm>
            <a:off x="1866540" y="2207342"/>
            <a:ext cx="8915399" cy="149340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it-IT" b="1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F88DB025-5783-7957-88B3-52415D6771EE}"/>
              </a:ext>
            </a:extLst>
          </p:cNvPr>
          <p:cNvSpPr txBox="1"/>
          <p:nvPr/>
        </p:nvSpPr>
        <p:spPr>
          <a:xfrm>
            <a:off x="2028773" y="2089023"/>
            <a:ext cx="669244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100" b="1" i="1" dirty="0">
                <a:solidFill>
                  <a:srgbClr val="00B0F0"/>
                </a:solidFill>
              </a:rPr>
              <a:t>Biennio ITS 2024-2026     CORSO :  CLOUD- DEVOPS                         ITS – Adriano Olivetti    Sede :  ENGIM  Cesena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9E5FE0BF-6A66-DF6D-FC72-B6EEB2713537}"/>
              </a:ext>
            </a:extLst>
          </p:cNvPr>
          <p:cNvSpPr txBox="1"/>
          <p:nvPr/>
        </p:nvSpPr>
        <p:spPr>
          <a:xfrm>
            <a:off x="3140252" y="4377749"/>
            <a:ext cx="66924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200" dirty="0">
                <a:solidFill>
                  <a:srgbClr val="FF0000"/>
                </a:solidFill>
                <a:latin typeface="Lucida Sans Typewriter"/>
              </a:rPr>
              <a:t>Titolo: Galleria Tipologie</a:t>
            </a:r>
            <a:endParaRPr lang="it-IT" sz="3200" dirty="0"/>
          </a:p>
        </p:txBody>
      </p:sp>
    </p:spTree>
    <p:extLst>
      <p:ext uri="{BB962C8B-B14F-4D97-AF65-F5344CB8AC3E}">
        <p14:creationId xmlns:p14="http://schemas.microsoft.com/office/powerpoint/2010/main" val="23863754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88C3B15-12AB-065E-DE7A-440BF6F7D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8994"/>
            <a:ext cx="5338916" cy="663916"/>
          </a:xfrm>
        </p:spPr>
        <p:txBody>
          <a:bodyPr>
            <a:normAutofit fontScale="90000"/>
          </a:bodyPr>
          <a:lstStyle/>
          <a:p>
            <a:r>
              <a:rPr lang="it-IT" dirty="0"/>
              <a:t>Descrizione del progetto:</a:t>
            </a:r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0676E0D6-E5BF-0538-5DA9-FB98C80E48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02660" y="-422787"/>
            <a:ext cx="14827045" cy="12236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66312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Segnaposto contenuto 5">
            <a:extLst>
              <a:ext uri="{FF2B5EF4-FFF2-40B4-BE49-F238E27FC236}">
                <a16:creationId xmlns:a16="http://schemas.microsoft.com/office/drawing/2014/main" id="{53F57760-7E9A-4375-8262-9FA64AEC98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02658" y="-6243484"/>
            <a:ext cx="15308826" cy="15456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18269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73FAC26E-1090-FFC9-DA87-2CD96244EF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15352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magine 8">
            <a:extLst>
              <a:ext uri="{FF2B5EF4-FFF2-40B4-BE49-F238E27FC236}">
                <a16:creationId xmlns:a16="http://schemas.microsoft.com/office/drawing/2014/main" id="{E511749B-6A8F-E288-E9CA-AC3EBDE6BB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71600" y="-2281085"/>
            <a:ext cx="14935200" cy="12437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118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0AD374F-5F46-FF58-45CB-A08FB3E72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212" y="0"/>
            <a:ext cx="7839101" cy="742574"/>
          </a:xfrm>
        </p:spPr>
        <p:txBody>
          <a:bodyPr>
            <a:normAutofit/>
          </a:bodyPr>
          <a:lstStyle/>
          <a:p>
            <a:r>
              <a:rPr lang="it-IT" sz="2400" dirty="0"/>
              <a:t>Sequenza di funzionamento (</a:t>
            </a:r>
            <a:r>
              <a:rPr lang="it-IT" sz="2400" dirty="0" err="1"/>
              <a:t>cont'd</a:t>
            </a:r>
            <a:r>
              <a:rPr lang="it-IT" sz="2400" dirty="0"/>
              <a:t>)</a:t>
            </a:r>
          </a:p>
        </p:txBody>
      </p:sp>
      <p:pic>
        <p:nvPicPr>
          <p:cNvPr id="9" name="Segnaposto contenuto 8">
            <a:extLst>
              <a:ext uri="{FF2B5EF4-FFF2-40B4-BE49-F238E27FC236}">
                <a16:creationId xmlns:a16="http://schemas.microsoft.com/office/drawing/2014/main" id="{C4410C45-5DEA-25EF-DB6C-AB86592D73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8078" y="-239661"/>
            <a:ext cx="9035844" cy="7337322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A96235CF-2995-BE0C-C9B0-85F41CD0C3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1402" y="5333096"/>
            <a:ext cx="7839101" cy="11516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896150"/>
      </p:ext>
    </p:extLst>
  </p:cSld>
  <p:clrMapOvr>
    <a:masterClrMapping/>
  </p:clrMapOvr>
</p:sld>
</file>

<file path=ppt/theme/theme1.xml><?xml version="1.0" encoding="utf-8"?>
<a:theme xmlns:a="http://schemas.openxmlformats.org/drawingml/2006/main" name="Filo">
  <a:themeElements>
    <a:clrScheme name="Filo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Filo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Filo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164</TotalTime>
  <Words>42</Words>
  <Application>Microsoft Office PowerPoint</Application>
  <PresentationFormat>Widescreen</PresentationFormat>
  <Paragraphs>6</Paragraphs>
  <Slides>6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6</vt:i4>
      </vt:variant>
    </vt:vector>
  </HeadingPairs>
  <TitlesOfParts>
    <vt:vector size="11" baseType="lpstr">
      <vt:lpstr>Arial</vt:lpstr>
      <vt:lpstr>Century Gothic</vt:lpstr>
      <vt:lpstr>Lucida Sans Typewriter</vt:lpstr>
      <vt:lpstr>Wingdings 3</vt:lpstr>
      <vt:lpstr>Filo</vt:lpstr>
      <vt:lpstr>Presentazione Project-Work 2° anno DevOps_22899 </vt:lpstr>
      <vt:lpstr>Descrizione del progetto:</vt:lpstr>
      <vt:lpstr>Presentazione standard di PowerPoint</vt:lpstr>
      <vt:lpstr>Presentazione standard di PowerPoint</vt:lpstr>
      <vt:lpstr>Presentazione standard di PowerPoint</vt:lpstr>
      <vt:lpstr>Sequenza di funzionamento (cont'd)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Biancoli 22899 ITS Cloud DevOps CE</dc:creator>
  <cp:lastModifiedBy>Biancoli 22899 ITS Cloud DevOps CE</cp:lastModifiedBy>
  <cp:revision>11</cp:revision>
  <dcterms:created xsi:type="dcterms:W3CDTF">2026-05-03T18:01:45Z</dcterms:created>
  <dcterms:modified xsi:type="dcterms:W3CDTF">2026-05-06T17:09:17Z</dcterms:modified>
</cp:coreProperties>
</file>